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096" y="17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10.11.2022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10.11.2022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7" name="Table Placeholder 6"/>
          <p:cNvSpPr>
            <a:spLocks noGrp="1"/>
          </p:cNvSpPr>
          <p:nvPr>
            <p:ph type="tbl" idx="19" sz="quarter"/>
          </p:nvPr>
        </p:nvSpPr>
        <p:spPr/>
        <p:txBody>
          <a:bodyPr/>
          <a:p/>
        </p:txBody>
      </p:sp>
      <p:sp>
        <p:nvSpPr>
          <p:cNvPr id="8" name="Text Placeholder 7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40000"/>
            <a:ext cx="104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SE Sans"/>
              </a:rPr>
              <a:t>Спасибо за внимание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HSE Sans"/>
              </a:rPr>
              <a:t>github.com/artemdost/vkr-crowdfund-platform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334</Words>
  <Application>Microsoft Macintosh PowerPoint</Application>
  <PresentationFormat>Widescreen</PresentationFormat>
  <Paragraphs>67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HSE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Кутьков Юрий Юрьевич</cp:lastModifiedBy>
  <cp:revision>14</cp:revision>
  <cp:lastPrinted>2021-11-11T13:08:42Z</cp:lastPrinted>
  <dcterms:created xsi:type="dcterms:W3CDTF">2021-11-11T08:52:47Z</dcterms:created>
  <dcterms:modified xsi:type="dcterms:W3CDTF">2022-11-10T12:03:38Z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